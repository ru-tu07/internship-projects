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-960" y="-306"/>
      </p:cViewPr>
      <p:guideLst>
        <p:guide orient="horz" pos="2160"/>
        <p:guide pos="28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7206" y="3124200"/>
            <a:ext cx="8227457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7206" y="5003322"/>
            <a:ext cx="8227457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0735" y="1110663"/>
            <a:ext cx="2286000" cy="507868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2866" y="4117728"/>
            <a:ext cx="3657600" cy="51193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7868" y="0"/>
            <a:ext cx="812588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368352" y="0"/>
            <a:ext cx="139516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1320456" y="0"/>
            <a:ext cx="24243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521364" y="0"/>
            <a:ext cx="30696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5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888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519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15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03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4864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625176" y="0"/>
            <a:ext cx="101574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812588" y="3429000"/>
            <a:ext cx="172675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745721" y="4866752"/>
            <a:ext cx="855009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395" y="5500632"/>
            <a:ext cx="182832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366" y="5788152"/>
            <a:ext cx="365665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2539339" y="4495800"/>
            <a:ext cx="487553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6932" y="4928702"/>
            <a:ext cx="812588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441" y="1600200"/>
            <a:ext cx="9954207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06" y="2895600"/>
            <a:ext cx="8227457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206" y="5010150"/>
            <a:ext cx="8227457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28916" y="1106998"/>
            <a:ext cx="2286000" cy="507868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3116" y="4114867"/>
            <a:ext cx="3657600" cy="51193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7868" y="0"/>
            <a:ext cx="812588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68352" y="0"/>
            <a:ext cx="139516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1320456" y="0"/>
            <a:ext cx="24243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521364" y="0"/>
            <a:ext cx="30696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5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888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519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15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03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625176" y="0"/>
            <a:ext cx="101574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812588" y="3429000"/>
            <a:ext cx="172675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765812" y="4866752"/>
            <a:ext cx="855009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395" y="5500632"/>
            <a:ext cx="182832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366" y="5791200"/>
            <a:ext cx="365665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2504734" y="4479888"/>
            <a:ext cx="487553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2743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023" y="4928702"/>
            <a:ext cx="812588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441" y="1600200"/>
            <a:ext cx="487553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2181" y="1600200"/>
            <a:ext cx="487553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3050"/>
            <a:ext cx="10055781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441" y="2362200"/>
            <a:ext cx="487553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7782" y="2362200"/>
            <a:ext cx="487553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441" y="1569720"/>
            <a:ext cx="487553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89692" y="1569720"/>
            <a:ext cx="487553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0957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5094" y="3124280"/>
            <a:ext cx="6309360" cy="609441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0675" y="274320"/>
            <a:ext cx="203553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2903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424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5678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782531" y="0"/>
            <a:ext cx="406294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4104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10872432" y="5715000"/>
            <a:ext cx="73133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294" y="274320"/>
            <a:ext cx="7516442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0957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0872432" y="5715000"/>
            <a:ext cx="73133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6145" y="3124280"/>
            <a:ext cx="6309360" cy="609441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7457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18715" y="264795"/>
            <a:ext cx="2031471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5678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11782531" y="0"/>
            <a:ext cx="406294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4104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2903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424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0"/>
            <a:ext cx="2234618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0957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441" y="274638"/>
            <a:ext cx="9954207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441" y="1600200"/>
            <a:ext cx="9954207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1656" y="1017910"/>
            <a:ext cx="2011680" cy="511931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0665" y="3676343"/>
            <a:ext cx="3200400" cy="487553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57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5678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11782531" y="0"/>
            <a:ext cx="406294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4104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10872432" y="5715000"/>
            <a:ext cx="73133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5866" y="5734050"/>
            <a:ext cx="812588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Green Skilling, Sustainability &amp; AI (SDG 17)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1" y="868680"/>
            <a:ext cx="5104900" cy="5394960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Student Details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Name</a:t>
            </a:r>
            <a:r>
              <a:rPr/>
              <a:t>: </a:t>
            </a:r>
            <a:r>
              <a:rPr lang="en-US" dirty="0" smtClean="0"/>
              <a:t>Patel </a:t>
            </a:r>
            <a:r>
              <a:rPr lang="en-US" dirty="0" err="1" smtClean="0"/>
              <a:t>Rutu</a:t>
            </a:r>
            <a:endParaRPr dirty="0"/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Enrollment No</a:t>
            </a:r>
            <a:r>
              <a:rPr/>
              <a:t>.: </a:t>
            </a:r>
            <a:r>
              <a:rPr smtClean="0"/>
              <a:t>2307601160</a:t>
            </a:r>
            <a:r>
              <a:rPr lang="en-US" dirty="0" smtClean="0"/>
              <a:t>97</a:t>
            </a:r>
            <a:endParaRPr dirty="0"/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Stream: Information Technology (IT)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College: SSASIT</a:t>
            </a:r>
            <a:r>
              <a:rPr/>
              <a:t>, </a:t>
            </a:r>
            <a:r>
              <a:rPr smtClean="0"/>
              <a:t>Surat</a:t>
            </a:r>
            <a:r>
              <a:rPr lang="en-US" dirty="0" smtClean="0"/>
              <a:t>.</a:t>
            </a:r>
            <a:endParaRPr dirty="0"/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Presentation covers sustainable data </a:t>
            </a:r>
            <a:r>
              <a:rPr dirty="0" err="1"/>
              <a:t>centres</a:t>
            </a:r>
            <a:r>
              <a:rPr dirty="0"/>
              <a:t>, ecological footprint, carbon calculators, En-ROADS climate simulation, NANDO AI Smart Bins, SCGJ Green Jobs, AI for sustainability, and AI-based capstone project ideas.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914400"/>
            <a:ext cx="3931920" cy="5303520"/>
          </a:xfrm>
          <a:prstGeom prst="roundRect">
            <a:avLst/>
          </a:prstGeom>
          <a:solidFill>
            <a:srgbClr val="FAFAFA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Add Screenshots</a:t>
            </a:r>
            <a:br>
              <a:rPr dirty="0"/>
            </a:br>
            <a:r>
              <a:rPr dirty="0"/>
              <a:t>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C9AF593-0864-1597-20A1-63B2F1CD6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4" y="868680"/>
            <a:ext cx="5564187" cy="5531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20040"/>
            <a:ext cx="12188952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 Learned from the Given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9883" y="749512"/>
            <a:ext cx="4676930" cy="610848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smtClean="0"/>
              <a:t>Key </a:t>
            </a:r>
            <a:r>
              <a:rPr dirty="0"/>
              <a:t>Learnings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The Data Centre documentary explained that modern AI, cloud computing and online services depend on large data </a:t>
            </a:r>
            <a:r>
              <a:rPr dirty="0" err="1"/>
              <a:t>centres</a:t>
            </a:r>
            <a:r>
              <a:rPr dirty="0"/>
              <a:t> that consume huge amounts of electricity and water for cooling.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Ecological Footprint Calculator helped me understand how food, transport and energy use affect Earth's natural resources.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Carbon Calculators (Conservation International and e-AMRIT) showed how everyday activities produce CO₂ emissions and suggested ways to reduce them.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EcoTransIT</a:t>
            </a:r>
            <a:r>
              <a:rPr dirty="0"/>
              <a:t> estimates emissions from road, rail, air and sea transport, helping businesses choose greener </a:t>
            </a:r>
            <a:r>
              <a:rPr/>
              <a:t>logistics</a:t>
            </a:r>
            <a:r>
              <a:rPr smtClean="0"/>
              <a:t>.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006716" y="914400"/>
            <a:ext cx="6651885" cy="5303520"/>
          </a:xfrm>
          <a:prstGeom prst="roundRect">
            <a:avLst/>
          </a:prstGeom>
          <a:solidFill>
            <a:srgbClr val="FAFAFA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Add Screenshots</a:t>
            </a:r>
            <a:br>
              <a:rPr dirty="0"/>
            </a:br>
            <a:r>
              <a:rPr dirty="0"/>
              <a:t>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6C43E0F-5E07-98EF-F245-47D503F26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716" y="1368499"/>
            <a:ext cx="6651885" cy="4434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Green Skilling, AI &amp; Sustainability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9921" y="640080"/>
            <a:ext cx="4482059" cy="6217919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Important Concepts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Green Skilling means learning skills that help protect the environment through renewable energy, recycling and sustainable industries.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Sustainability focuses on meeting today's needs while protecting resources for future generations.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NANDO AI Smart Bins use artificial intelligence to recognize waste and improve recycling efficiency.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SCGJ (Skill Council for Green Jobs) provides training for careers in solar energy, electric vehicles and other green sectors.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AI supports pollution monitoring, climate prediction and energy optimization, but AI infrastructure also consumes electricity and creates e-waste.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66872" y="914400"/>
            <a:ext cx="6891727" cy="5726242"/>
          </a:xfrm>
          <a:prstGeom prst="roundRect">
            <a:avLst/>
          </a:prstGeom>
          <a:solidFill>
            <a:srgbClr val="FAFAFA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t>Add Screenshots</a:t>
            </a:r>
            <a:br/>
            <a:r>
              <a:t>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FA5299E-24A8-1B00-4D8F-8F2A8864E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873" y="790206"/>
            <a:ext cx="7302033" cy="5955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Activities Performed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9922" y="868683"/>
            <a:ext cx="4223479" cy="5756971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t>Websites &amp; Tools Explored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Completed the Ecological Footprint Calculator.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Explored Conservation International Carbon Calculator.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Estimated transport emissions using EcoTransIT.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Experimented with different scenarios in the En-ROADS Climate Simulator.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Visited NANDO AI Smart Bins, Gen.E Media and SCGJ websites.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Used the e-AMRIT CO₂ Calculator to compare vehicle emissions.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6990" y="914400"/>
            <a:ext cx="7071609" cy="5303520"/>
          </a:xfrm>
          <a:prstGeom prst="roundRect">
            <a:avLst/>
          </a:prstGeom>
          <a:solidFill>
            <a:srgbClr val="FAFAFA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t>Add Screenshots</a:t>
            </a:r>
            <a:br/>
            <a:r>
              <a:t>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B31B312-DBB1-7C65-20ED-3AC270F45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91" y="823548"/>
            <a:ext cx="7481912" cy="58021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Capstone Project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79" y="868680"/>
            <a:ext cx="3980638" cy="5577090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AI for Environment &amp; SDG 17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EcoVision</a:t>
            </a:r>
            <a:r>
              <a:rPr dirty="0"/>
              <a:t> AI – Smart waste segregation using image recognition.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GreenTrack</a:t>
            </a:r>
            <a:r>
              <a:rPr dirty="0"/>
              <a:t> – AI-powered carbon footprint tracker with personalized suggestions.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EcoRoute</a:t>
            </a:r>
            <a:r>
              <a:rPr dirty="0"/>
              <a:t> AI – Suggests low-emission travel routes.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Green Skill Connect – Recommends green courses, certifications and jobs.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Smart Data Centre Optimizer – Uses AI to reduce power and cooling consumption.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A954A-6F02-175D-2730-1170C311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52" y="868680"/>
            <a:ext cx="6700602" cy="5352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5816185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# AI-Based Sustainable Partnership Recommendation System</a:t>
            </a:r>
          </a:p>
          <a:p>
            <a:r>
              <a:rPr lang="en-US" dirty="0" smtClean="0"/>
              <a:t># SDG 17: Partnerships for the Goals</a:t>
            </a:r>
          </a:p>
          <a:p>
            <a:endParaRPr lang="en-US" dirty="0" smtClean="0"/>
          </a:p>
          <a:p>
            <a:r>
              <a:rPr lang="en-US" dirty="0" smtClean="0"/>
              <a:t># Database of organizations and their focus areas</a:t>
            </a:r>
          </a:p>
          <a:p>
            <a:r>
              <a:rPr lang="en-US" dirty="0" smtClean="0"/>
              <a:t>partners = {</a:t>
            </a:r>
          </a:p>
          <a:p>
            <a:r>
              <a:rPr lang="en-US" dirty="0" smtClean="0"/>
              <a:t>    "Government Environmental Agency": [</a:t>
            </a:r>
          </a:p>
          <a:p>
            <a:r>
              <a:rPr lang="en-US" dirty="0" smtClean="0"/>
              <a:t>        "climate", "pollution", "forest", "water", "environment"</a:t>
            </a:r>
          </a:p>
          <a:p>
            <a:r>
              <a:rPr lang="en-US" dirty="0" smtClean="0"/>
              <a:t>    ],</a:t>
            </a:r>
          </a:p>
          <a:p>
            <a:r>
              <a:rPr lang="en-US" dirty="0" smtClean="0"/>
              <a:t>    "Renewable Energy Company": [</a:t>
            </a:r>
          </a:p>
          <a:p>
            <a:r>
              <a:rPr lang="en-US" dirty="0" smtClean="0"/>
              <a:t>        "solar", "wind", "energy", "electricity", "renewable"</a:t>
            </a:r>
          </a:p>
          <a:p>
            <a:r>
              <a:rPr lang="en-US" dirty="0" smtClean="0"/>
              <a:t>    ],</a:t>
            </a:r>
          </a:p>
          <a:p>
            <a:r>
              <a:rPr lang="en-US" dirty="0" smtClean="0"/>
              <a:t>    "NGO for Sustainability": [</a:t>
            </a:r>
          </a:p>
          <a:p>
            <a:r>
              <a:rPr lang="en-US" dirty="0" smtClean="0"/>
              <a:t>        "waste", "recycling", "community", "sustainability"</a:t>
            </a:r>
          </a:p>
          <a:p>
            <a:r>
              <a:rPr lang="en-US" dirty="0" smtClean="0"/>
              <a:t>    ],</a:t>
            </a:r>
          </a:p>
          <a:p>
            <a:r>
              <a:rPr lang="en-US" dirty="0" smtClean="0"/>
              <a:t>    "Agricultural Research Institute": [</a:t>
            </a:r>
          </a:p>
          <a:p>
            <a:r>
              <a:rPr lang="en-US" dirty="0" smtClean="0"/>
              <a:t>        "farming", "agriculture", "soil", "crop", "water"</a:t>
            </a:r>
          </a:p>
          <a:p>
            <a:r>
              <a:rPr lang="en-US" dirty="0" smtClean="0"/>
              <a:t>    ],</a:t>
            </a:r>
          </a:p>
          <a:p>
            <a:r>
              <a:rPr lang="en-US" dirty="0" smtClean="0"/>
              <a:t>    "University Research Center": [</a:t>
            </a:r>
          </a:p>
          <a:p>
            <a:r>
              <a:rPr lang="en-US" dirty="0" smtClean="0"/>
              <a:t>        "research", "technology", "</a:t>
            </a:r>
            <a:r>
              <a:rPr lang="en-US" dirty="0" err="1" smtClean="0"/>
              <a:t>ai</a:t>
            </a:r>
            <a:r>
              <a:rPr lang="en-US" dirty="0" smtClean="0"/>
              <a:t>", "innovation"</a:t>
            </a:r>
          </a:p>
          <a:p>
            <a:r>
              <a:rPr lang="en-US" dirty="0" smtClean="0"/>
              <a:t>    ]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</p:txBody>
      </p:sp>
      <p:sp>
        <p:nvSpPr>
          <p:cNvPr id="3" name="Rectangle 2"/>
          <p:cNvSpPr/>
          <p:nvPr/>
        </p:nvSpPr>
        <p:spPr>
          <a:xfrm>
            <a:off x="5561351" y="-224852"/>
            <a:ext cx="6092825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print("="*50)</a:t>
            </a:r>
          </a:p>
          <a:p>
            <a:r>
              <a:rPr lang="en-US" dirty="0" smtClean="0"/>
              <a:t>print("AI-Based Sustainable Partnership Recommendation")</a:t>
            </a:r>
          </a:p>
          <a:p>
            <a:r>
              <a:rPr lang="en-US" dirty="0" smtClean="0"/>
              <a:t>print("SDG 17: Partnerships for the Goals")</a:t>
            </a:r>
          </a:p>
          <a:p>
            <a:r>
              <a:rPr lang="en-US" dirty="0" smtClean="0"/>
              <a:t>print("="*50)</a:t>
            </a:r>
          </a:p>
          <a:p>
            <a:endParaRPr lang="en-US" dirty="0" smtClean="0"/>
          </a:p>
          <a:p>
            <a:r>
              <a:rPr lang="en-US" dirty="0" smtClean="0"/>
              <a:t>project = input("\</a:t>
            </a:r>
            <a:r>
              <a:rPr lang="en-US" dirty="0" err="1" smtClean="0"/>
              <a:t>nEnter</a:t>
            </a:r>
            <a:r>
              <a:rPr lang="en-US" dirty="0" smtClean="0"/>
              <a:t> your sustainability project topic: ")</a:t>
            </a:r>
          </a:p>
          <a:p>
            <a:endParaRPr lang="en-US" dirty="0" smtClean="0"/>
          </a:p>
          <a:p>
            <a:r>
              <a:rPr lang="en-US" dirty="0" smtClean="0"/>
              <a:t>results = </a:t>
            </a:r>
            <a:r>
              <a:rPr lang="en-US" dirty="0" err="1" smtClean="0"/>
              <a:t>recommend_partners</a:t>
            </a:r>
            <a:r>
              <a:rPr lang="en-US" dirty="0" smtClean="0"/>
              <a:t>(project)</a:t>
            </a:r>
          </a:p>
          <a:p>
            <a:endParaRPr lang="en-US" dirty="0" smtClean="0"/>
          </a:p>
          <a:p>
            <a:r>
              <a:rPr lang="en-US" dirty="0" smtClean="0"/>
              <a:t>print("\</a:t>
            </a:r>
            <a:r>
              <a:rPr lang="en-US" dirty="0" err="1" smtClean="0"/>
              <a:t>nRecommended</a:t>
            </a:r>
            <a:r>
              <a:rPr lang="en-US" dirty="0" smtClean="0"/>
              <a:t> Partners:\n")</a:t>
            </a:r>
          </a:p>
          <a:p>
            <a:endParaRPr lang="en-US" dirty="0" smtClean="0"/>
          </a:p>
          <a:p>
            <a:r>
              <a:rPr lang="en-US" dirty="0" smtClean="0"/>
              <a:t>for partner, score in results:</a:t>
            </a:r>
          </a:p>
          <a:p>
            <a:r>
              <a:rPr lang="en-US" dirty="0" smtClean="0"/>
              <a:t>    if score &gt; 0:</a:t>
            </a:r>
          </a:p>
          <a:p>
            <a:r>
              <a:rPr lang="en-US" dirty="0" smtClean="0"/>
              <a:t>        print(f"{partner}  --&gt; Match Score: {score}")</a:t>
            </a:r>
          </a:p>
          <a:p>
            <a:endParaRPr lang="en-US" dirty="0" smtClean="0"/>
          </a:p>
          <a:p>
            <a:r>
              <a:rPr lang="en-US" dirty="0" smtClean="0"/>
              <a:t>if max([score for _, score in results]) == 0:</a:t>
            </a:r>
          </a:p>
          <a:p>
            <a:r>
              <a:rPr lang="en-US" dirty="0" smtClean="0"/>
              <a:t>    print("No exact match found.")</a:t>
            </a:r>
          </a:p>
          <a:p>
            <a:r>
              <a:rPr lang="en-US" dirty="0" smtClean="0"/>
              <a:t>    print("Suggested: University Research Center")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392</TotalTime>
  <Words>667</Words>
  <Application>Microsoft Office PowerPoint</Application>
  <PresentationFormat>Custom</PresentationFormat>
  <Paragraphs>80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Oriel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dc:description>generated using python-pptx</dc:description>
  <cp:lastModifiedBy>admin</cp:lastModifiedBy>
  <cp:revision>6</cp:revision>
  <dcterms:created xsi:type="dcterms:W3CDTF">2013-01-27T09:14:16Z</dcterms:created>
  <dcterms:modified xsi:type="dcterms:W3CDTF">2026-07-07T12:04:41Z</dcterms:modified>
</cp:coreProperties>
</file>